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驱动的软件公司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E5FF"/>
                </a:solidFill>
              </a:defRPr>
            </a:pPr>
            <a:r>
              <a:t>9 位 AI 工程师，实时为你开发软件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开发软件，为什么这么难？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👥 人才贵 — 一个 5 人团队年薪成本 &gt; ¥200 万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⏰ 周期长 — 一个 MVP 平均需要 3-6 个月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🔒 黑盒化 — 外包开发进度不透明，沟通成本高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8229600" cy="731520"/>
          </a:xfrm>
          <a:prstGeom prst="roundRect">
            <a:avLst/>
          </a:prstGeom>
          <a:solidFill>
            <a:srgbClr val="4A148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00E5FF"/>
                </a:solidFill>
              </a:defRPr>
            </a:pPr>
            <a:r>
              <a:t>有没有一种方式，既快又透明？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正在重塑软件行业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📈 2024 年 AI 编程工具市场规模持续高速增长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👨‍💻 GitHub Copilot 用户突破 100 万+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⚠️ 但现有工具只解决了「编码」这一个环节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🎯 市场上缺少覆盖完整开发流程的 AI 解决方案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透明的 AI 软件公司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传统 AI 工具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youlidao.ai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团队规模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单一助手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完整 9 人团队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覆盖范围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只管编码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需求→上线全流程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透明度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黑盒输出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透明厨房，全程可见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质量保障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内置质量门禁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战略规划部 — 5 位专家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463040" cy="1645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0E0E0"/>
                </a:solidFill>
              </a:defRPr>
            </a:pPr>
            <a:r>
              <a:t>市场调研</a:t>
            </a:r>
            <a:br/>
            <a:r>
              <a:t>项目初探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371600"/>
            <a:ext cx="1463040" cy="1645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4630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2860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0E0E0"/>
                </a:solidFill>
              </a:defRPr>
            </a:pPr>
            <a:r>
              <a:t>需求梳理</a:t>
            </a:r>
            <a:br/>
            <a:r>
              <a:t>产品规划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40" y="1371600"/>
            <a:ext cx="1463040" cy="1645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4630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UX-Expert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2860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0E0E0"/>
                </a:solidFill>
              </a:defRPr>
            </a:pPr>
            <a:r>
              <a:t>界面设计</a:t>
            </a:r>
            <a:br/>
            <a:r>
              <a:t>交互规范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1371600"/>
            <a:ext cx="1463040" cy="1645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4630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🏗️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2860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0E0E0"/>
                </a:solidFill>
              </a:defRPr>
            </a:pPr>
            <a:r>
              <a:t>技术选型</a:t>
            </a:r>
            <a:br/>
            <a:r>
              <a:t>系统架构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371600"/>
            <a:ext cx="1463040" cy="1645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4630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2860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0E0E0"/>
                </a:solidFill>
              </a:defRPr>
            </a:pPr>
            <a:r>
              <a:t>质量把关</a:t>
            </a:r>
            <a:br/>
            <a:r>
              <a:t>优先级管理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工程实施部 — 4 位专家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463040" cy="1645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0E0E0"/>
                </a:solidFill>
              </a:defRPr>
            </a:pPr>
            <a:r>
              <a:t>故事拆分</a:t>
            </a:r>
            <a:br/>
            <a:r>
              <a:t>迭代管理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371600"/>
            <a:ext cx="1463040" cy="1645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4630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Architect-Eng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2860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0E0E0"/>
                </a:solidFill>
              </a:defRPr>
            </a:pPr>
            <a:r>
              <a:t>技术评审</a:t>
            </a:r>
            <a:br/>
            <a:r>
              <a:t>代码规范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40" y="1371600"/>
            <a:ext cx="1463040" cy="1645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4630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2860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0E0E0"/>
                </a:solidFill>
              </a:defRPr>
            </a:pPr>
            <a:r>
              <a:t>代码实现</a:t>
            </a:r>
            <a:br/>
            <a:r>
              <a:t>功能开发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1371600"/>
            <a:ext cx="1463040" cy="1645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4630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2860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0E0E0"/>
                </a:solidFill>
              </a:defRPr>
            </a:pPr>
            <a:r>
              <a:t>测试验证</a:t>
            </a:r>
            <a:br/>
            <a:r>
              <a:t>质量门禁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从想法到上线，一条龙服务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📥 需求输入 → Analyst 分析 → PM 规划 → UX 设计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⬇️ 技术方案 → Architect 架构设计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⬇️ 开发实施 → SM 拆分 → Dev 实现 → QA 验证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📤 上线交付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8229600" cy="731520"/>
          </a:xfrm>
          <a:prstGeom prst="roundRect">
            <a:avLst/>
          </a:prstGeom>
          <a:solidFill>
            <a:srgbClr val="4A148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00E5FF"/>
                </a:solidFill>
              </a:defRPr>
            </a:pPr>
            <a:r>
              <a:t>自动流转 | 质量门禁 | 全程可追溯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三区工作台 — 全景掌控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📁 左侧：档案室 — 实时查看每一个文件变化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👥 中上：工程师面板 — 9 位 AI 实时状态指示灯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🖥️ 中下：工程监视器 — 实时观看 AI 工作过程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💬 右侧：指令通道 — 自然语言下达命令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透明厨房 — 每一步都看得见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🔘 空闲 (Idle) — 等待任务分配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🟡 激活中 (Activating) — 正在启动工作环境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🟢 就绪 (Ready) — 可以接受命令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🔵 执行中 (Executing) — 正在努力工作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8229600" cy="731520"/>
          </a:xfrm>
          <a:prstGeom prst="roundRect">
            <a:avLst/>
          </a:prstGeom>
          <a:solidFill>
            <a:srgbClr val="4A148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00E5FF"/>
                </a:solidFill>
              </a:defRPr>
            </a:pPr>
            <a:r>
              <a:t>告别黑盒，每个 AI 的工作状态一目了然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与你的代码库无缝对接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1️⃣ 粘贴 GitHub URL — 支持任何 Git 仓库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2️⃣ 自动配置 SSH 密钥 — 一键授权，安全可靠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3️⃣ AI 团队开始工作 — 理解现有架构后再迭代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8229600" cy="731520"/>
          </a:xfrm>
          <a:prstGeom prst="roundRect">
            <a:avLst/>
          </a:prstGeom>
          <a:solidFill>
            <a:srgbClr val="4A148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00E5FF"/>
                </a:solidFill>
              </a:defRPr>
            </a:pPr>
            <a:r>
              <a:t>支持导入现有项目，在你的代码基础上继续开发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E5FF"/>
                </a:solidFill>
              </a:defRPr>
            </a:pPr>
            <a:r>
              <a:t>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谁在使用 AI 软件公司？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场景一：创业者的 MVP 加速器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对比项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AI 软件公司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启动时间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招聘团队 2-3 月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即刻开始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沟通成本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外包沟通效率低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直接对话 AI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预算需求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¥50 万+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¥3000/月起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交付周期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数月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数天到原型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场景二：技术团队的效能倍增器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😫 痛点：需求积压、人手不足、重复劳动多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🔄 接手重复性开发任务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📝 自动生成样板代码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🧪 自动化测试编写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📚 文档自动生成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8229600" cy="731520"/>
          </a:xfrm>
          <a:prstGeom prst="roundRect">
            <a:avLst/>
          </a:prstGeom>
          <a:solidFill>
            <a:srgbClr val="4A148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00E5FF"/>
                </a:solidFill>
              </a:defRPr>
            </a:pPr>
            <a:r>
              <a:t>团队产能提升 3-5 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场景三：产品经理的快速验证工具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💡 几小时内产出可交互原型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📊 技术可行性即时评估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🔀 多方案快速对比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💬 "以前需要等开发排期，现在下午就能看到效果"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E5FF"/>
                </a:solidFill>
              </a:defRPr>
            </a:pPr>
            <a:r>
              <a:t>为什么选择我们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不止是 AI 编程助手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竞品对比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特性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youlidao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Copilot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Replit</a:t>
                      </a:r>
                    </a:p>
                  </a:txBody>
                  <a:tcPr>
                    <a:solidFill>
                      <a:srgbClr val="4A148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完整 AI 团队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全流程覆盖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透明可见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架构设计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质量门禁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0E0E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企业级技术架构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🧠 Claude AI — 业界最强推理能力的 AI 引擎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⚡ 实时同步 — WebSocket 支持多设备协作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🔒 银行级安全 — 行级数据隔离，代码只属于你</a:t>
            </a: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0E0E0"/>
                </a:solidFill>
              </a:defRPr>
            </a:pPr>
            <a:r>
              <a:t>🌍 全球 CDN — Vercel Edge 极速响应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简单透明的定价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228600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访客计划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E5FF"/>
                </a:solidFill>
              </a:defRPr>
            </a:pPr>
            <a:r>
              <a:t>$399/月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E0E0"/>
                </a:solidFill>
              </a:defRPr>
            </a:pPr>
            <a:r>
              <a:t>初次体验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560320" cy="228600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常住计划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011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E5FF"/>
                </a:solidFill>
              </a:defRPr>
            </a:pPr>
            <a:r>
              <a:t>$369/月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E0E0"/>
                </a:solidFill>
              </a:defRPr>
            </a:pPr>
            <a:r>
              <a:t>持续开发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60320" cy="2286000"/>
          </a:xfrm>
          <a:prstGeom prst="roundRect">
            <a:avLst/>
          </a:prstGeom>
          <a:solidFill>
            <a:srgbClr val="4A148C"/>
          </a:solidFill>
          <a:ln w="381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创始人计划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E676"/>
                </a:solidFill>
              </a:defRPr>
            </a:pPr>
            <a:r>
              <a:t>$299/月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E0E0"/>
                </a:solidFill>
              </a:defRPr>
            </a:pPr>
            <a:r>
              <a:t>早期支持者特惠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✅ 完整 9 人 AI 团队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✅ 无限项目数量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✅ 无限命令执行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✅ Git 深度集成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✅ 多设备同步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三步开启 AI 软件公司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1828800"/>
            <a:ext cx="914400" cy="9144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19659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7474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注册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访问 youlidao.ai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91840" y="2194560"/>
            <a:ext cx="274320" cy="182880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43400" y="1828800"/>
            <a:ext cx="914400" cy="9144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9659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7474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订阅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3832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选择适合的方案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35040" y="2194560"/>
            <a:ext cx="274320" cy="182880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0" y="1828800"/>
            <a:ext cx="914400" cy="9144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9659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7474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创建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832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开始与 AI 团队协作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114800"/>
            <a:ext cx="3657600" cy="73152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42062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474F"/>
                </a:solidFill>
              </a:defRPr>
            </a:pPr>
            <a:r>
              <a:t>🚀 立即体验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你的 AI 软件公司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00E5FF"/>
                </a:solidFill>
              </a:defRPr>
            </a:pPr>
            <a:r>
              <a:t>随时待命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E0E0E0"/>
                </a:solidFill>
              </a:defRPr>
            </a:pPr>
            <a:r>
              <a:t>让每一个有想法的人，都能把创意变成现实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🌐 youlidao.ai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📧 contact@youlidao.ai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